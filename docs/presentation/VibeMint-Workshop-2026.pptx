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쉽게 이해하고 빠르게</a:t>
            </a:r>
            <a:br/>
            <a:r>
              <a:t>AI 바이브 코딩으로 만들어 보는 NFT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FDBFE"/>
                </a:solidFill>
              </a:defRPr>
            </a:pPr>
            <a:r>
              <a:t>VibeMint 워크숍 · 2026 · Sepolia 테스트넷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BEAFE"/>
                </a:solidFill>
              </a:defRPr>
            </a:pPr>
            <a:r>
              <a:t>10:00 ~ 10:30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강사 소개 및 AI 바이브 코딩 오리엔테이션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강사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이름 / 소속 / 연락처 (강사님 정보로 수정)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블록체인 · Web3 · AI 코딩 경력 요약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오늘 함께 만들 것: Sepolia NFT DApp 「VibeMint」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오늘의 로드맵 (6시간)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7026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시간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주제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10:00~10:30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오리엔테이션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10:30~11:30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NFT 스마트 컨트랙트 이해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11:30~12:30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유명 NFT 프로젝트 분석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13:30~15:00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 바이브 코딩 NFT 개발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15:00~16:30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Sepolia 배포 · mint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16:30~18:00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DApp · OpenSea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 바이브 코딩(Vibe Coding)이란?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자연어(의도)로 원하는 기능을 설명하면 AI가 코드를 생성하는 개발 방식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Cursor, Composer, Agent 모드 등 AI 코딩 도구 활용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2026년 Web3 해커톤·실무에서 표준 워크플로우로 자리 잡는 중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핵심: 빠른 프로토타이핑 + 사람의 검토(Review)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실무 워크플로우: Intent → Spec → Generate → Review → 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Intent — 무엇을 만들지 한 문장으로 정의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Spec — 함수·조건·에러를 구체적 명세로 작성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Generate — AI에게 Stage별 diff만 요청 (한 번에 전체 X)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Review — 배포 전 AI + 사람 보안 Audit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Ship — Sepolia 배포 → DApp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★ AI에게 「전체 코드 짜줘」라고 하면 꼬이기 쉽습니다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오늘의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ERC-721 NFT 스마트 컨트랙트 이해 및 직접 빌드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Cursor + Remix + MetaMask로 Sepolia 테스트넷 배포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MetaMask 연동 민팅 DApp 완성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OpenSea 테스트넷에서 NFT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사전 준비 체크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✓ Chrome 브라우저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✓ MetaMask + Sepolia(세폴리아) 네트워크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✓ Cursor AI 설치 · 로그인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✓ Node.js v20+ (프론트 실습)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⚠ 시드 구문 절대 공유 금지 · 테스트넷만 사용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BEAFE"/>
                </a:solidFill>
              </a:defRPr>
            </a:pPr>
            <a:r>
              <a:t>10:30 ~ 11:30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NFT 스마트 컨트랙트의 이해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NFT란?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Non-Fungible Token — 대체 불가능한 디지털 자산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블록체인에 소유권·거래 기록이 저장됨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대표 사용: PFP, 아트, 게임 아이템, 멤버십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오늘 실습: ERC-721 기반 「VibeMint」 컬렉션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ERC-721 vs ERC-1155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9377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ERC-721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ERC-1155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토큰마다 고유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한 컨트랙트에 여러 종류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용도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1/1 또는 시리즈 NFT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게임 아이템·다종 에셋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전송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tokenId 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batch 전송 가능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오늘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★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개념만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OpenZeppelin ERC-721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ERC721 — NFT 표준 (transfer, approve, tokenURI)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Ownable — owner(관리자) 권한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Pausable — 긴급 pause / unpause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ReentrancyGuard — withdraw 시 재진입 공격 방지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→ 검증된 라이브러리를 AI와 함께 사용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핵심 함수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mint() — NFT 발행 (payable)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ownerOf(tokenId) — 소유자 조회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tokenURI(tokenId) — 메타데이터 URL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totalMinted / maxSupply — 발행량 관리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pause() — 모든 mint 일시 중지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실습: Cursor AI 역분석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1. contracts/solution/VibeMintNFT.sol 열기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2. Cursor 채팅에 @VibeMintNFT.sol 멘션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3. 「이 컨트랙트를 역분석해줘」 프롬프트 실행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4. mint / whitelist / pause 흐름을 자연어로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코드를 수정하지 않고 읽기만 — Spec 작성 예습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BEAFE"/>
                </a:solidFill>
              </a:defRPr>
            </a:pPr>
            <a:r>
              <a:t>11:30 ~ 12:30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유명 NFT 프로젝트 분석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대표 NFT 프로젝트 벤치마킹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BAYC (Bored Ape Yacht Club) — PFP, 커뮤니티, 상업 이용권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Azuki — 아트 스타일, 화이트리스트 민팅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공통 요소: maxSupply, mintPrice, whitelist, reveal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→ 비즈니스 로직이 컨트랙트에 어떻게 담기는지 분석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민팅 구조 분석 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누가 mint할 수 있는가? (public / whitelist / owner)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얼마를 내야 하는가? (mintPrice)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최대 몇 개까지? (maxSupply, per-wallet cap)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언제 중지할 수 있는가? (pause)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수익은 어디로? (withdraw)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Spec(명세)이란?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AI에게 「주문서」를 주는 문서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함수명, 접근 권한, revert 조건, ETH 금액을 표/YAML로 명시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Spec 없이 「NFT 만들어줘」→ AI가 추측 → 버그·보안 누락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오후 실습 전 VibeMint Spec을 반드시 확정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VibeMint Spec (교육용)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7026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표준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ERC-721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이름 / 심볼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VibeMint / VMINT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maxSupply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100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mintPrice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0.001 ETH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지갑당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체인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Sepolia 테스트넷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실습: Spec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1. docs/prompts/02-spec-generator.md 프롬프트 실행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2. YAML Spec 출력 확인 · 수정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3. 옆 사람과 diff — 누락된 revert 조건 찾기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4. 확정 Spec → 점심 후 Stage 빌드에 사용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BEAFE"/>
                </a:solidFill>
              </a:defRPr>
            </a:pPr>
            <a:r>
              <a:t>12:30 ~ 13:30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점심 식사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점심 후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Stage 0 → 3 점진적 컨트랙트 빌드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AI 보안 Audit (배포 전 필수)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Sepolia 배포 + mint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MetaMask DApp + OpenSea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점심 전 MetaMask Sepolia + Cursor 로그인 재확인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BEAFE"/>
                </a:solidFill>
              </a:defRPr>
            </a:pPr>
            <a:r>
              <a:t>13:30 ~ 15:00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바이브 코딩 NFT 개발 및 배포 과정 학습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점진적 빌드 (Incremental Build)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Stage 0 — ERC-721 뼈대 (mint 없음)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Stage 1 — public mint + supply cap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Stage 2 — pause, ownerMint, withdraw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Stage 3 — whitelist mint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★ 매 Stage마다 Remix Compile 확인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 공통 규칙 (00-rules)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한 번에 전체 파일 재작성 금지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OpenZeppelin (@openzeppelin/contracts)만 사용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요청한 Stage diff만 추가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Solidity ^0.8.20, Remix 호환 import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Sepolia 테스트넷 교육용 — 메인넷 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Stage별 Cursor 프롬프트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Stage 0: docs/prompts/03-stage-build/stage-0.md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Stage 1: stage-1.md — mint() + mintPrice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Stage 2: stage-2.md — Pausable + withdraw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Stage 3: stage-3.md — whitelist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막히면 contracts/stages/ 폴더 참고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 보안 Audit (필수 ·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배포 전 docs/prompts/04-security-audit.md 실행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Access control — onlyOwner, whenNotPaused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Reentrancy — withdraw CEI 패턴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Mint economics — maxSupply, msg.value, per-wallet cap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Critical / High 0건 → 배포 진행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★ AI 생성 코드 상당 비율 취약점 보고 — Audit 생략 금지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BEAFE"/>
                </a:solidFill>
              </a:defRPr>
            </a:pPr>
            <a:r>
              <a:t>15:00 ~ 16:30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NFT 컨트랙트 작성 및 배포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Sepolia(세폴리아) 테스트넷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Ethereum 연습용 네트워크 — 실제 돈 없음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MetaMask Chain ID: 11155111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메인넷 ETH 보내지 마세요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배포·mint·DApp 연동 모두 Sepolia에서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Faucet(파우셋) — 테스트 ETH 받기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Alchemy Sepolia Faucet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Sepolia PoW Faucet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지갑 주소 입력 → 무료 Sepolia ETH 수령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0.05 ETH 이상 권장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Remix 배포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1. Compile VibeMintNFT.sol (0.8.20)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2. Deploy → Injected Provider - MetaMask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3. Sepolia 선택 → Deploy 승인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4. Contract Address 복사 저장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5. setBaseURI() 호출 (owner)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테스트 Mint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mint() — Value: 0.001 ETH → transact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MetaMask 승인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totalMinted Read → 1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ownerOf(0) → 내 지갑 주소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Etherscan Sepolia에서 tx 확인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BEAFE"/>
                </a:solidFill>
              </a:defRPr>
            </a:pPr>
            <a:r>
              <a:t>16:30 ~ 18:00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바이브 코딩 NFT DApp 개발 및 오픈씨 거래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프론트 DApp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frontend/starter — Vite + React + wagmi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.env → VITE_CONTRACT_ADDRESS=배포주소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npm install &amp;&amp; npm run dev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localhost:5173 → Connect Wallet → Mint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MetaMask 연동 Mint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Connect Wallet — MetaMask Sepolia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Mint (0.001 ETH) — 컨트랙트 mint() 호출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트랜잭션 pending → success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Etherscan 링크로 tx 확인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OpenSea 테스트넷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testnets.opensea.io 접속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MetaMask 연결 → Profile → NFT 확인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인덱싱 5~30분 지연 가능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Token URL: testnets.opensea.io/assets/sepolia/{주소}/{tokenId}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✓ Intent → Spec → Generate → Review → Ship 완주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오늘 코드 = Sepolia 교육용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메인넷 배포 전 반드시 전문 Smart Contract Audit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AI는 주니어 개발자 — Review(Audit)는 생략하지 마세요</a:t>
            </a:r>
          </a:p>
          <a:p>
            <a:pPr>
              <a:spcAft>
                <a:spcPts val="1400"/>
              </a:spcAft>
              <a:defRPr sz="2200">
                <a:solidFill>
                  <a:srgbClr val="111827"/>
                </a:solidFill>
              </a:defRPr>
            </a:pPr>
            <a:r>
              <a:t>실습 가이드: docs/student/00-walkthrough.md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FDBFE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